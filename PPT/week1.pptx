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0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6A88D-EDAF-CEC2-712F-FA6A7E4F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7A10E8-4E5D-A611-E577-EBA5676A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EF1CD-FA03-944B-0EC0-2AABE3B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E1904F-F41F-7809-481D-7E79FCD2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721DE-9DEE-BACB-B354-8E260F43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6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5793F-94FE-56B0-E0CB-A317DA7F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AF79B8-2AD1-69C6-D4D5-21827C68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8AF63-4F49-82B6-24FC-BB457FC9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5FF19-25D7-1FF3-E311-2C2E07B2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3D8BF-52A4-97EB-612B-F9899664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8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95909-78E9-5BAC-68EA-7DCA2A1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B98DAF-2A47-3ECD-807C-96FB70CF9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D9670-C268-56FC-281A-FE1F5954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46F37-FE38-E38E-7339-DC6E4EFA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17C39B-6348-28CC-59AF-B1A65BE2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EFA0F-10D7-865F-1370-4EA34C78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98CDB5-9D2B-5F68-9DD8-ED20454B1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0EB1B7-8EDE-2794-EA53-E0C1972FA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FBCFA4-CF51-706E-F9F0-8B66CA1A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56636A-469F-7FE9-480E-955BCC0E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1D272-167D-EE36-E685-CD8BFE8C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7230E-A2F3-4027-B6F6-9C5C289B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685356-7419-AD93-377A-8D9A0293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36E6CA-94A6-3223-C91A-F6E9648C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DFD790-787A-88A3-300F-C173DAD2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2AE83D-2990-A6E4-CC9C-06D342A67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11F8C3-5AD3-730B-8ADB-304185DA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36ABA7-53C4-C11E-CC9D-F5E59BDB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29E145-D4AE-F9FB-A218-47B323C4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1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855E6-5AD7-B657-346A-38D87715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052B06-09E1-1CD0-A032-AEB30F69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18691A-8582-987D-DF06-E6D8B61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997ACE-7D00-7B35-1F16-F56C5450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0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03D88F-9D50-1761-731E-68DD1FC6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793086-842E-7906-6019-4284A9E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FE3DE-7F26-4352-74EE-A720C7A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B6F63-D5C7-EB4A-A651-8DA5561A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00FB2D-0CF3-1A3C-E704-F8CA96C2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C3C47D-E633-BB5D-0FA3-41A5E3C28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3DA118-0D2F-73A1-6311-85E95462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46749A-348F-886F-32BD-A562F1A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22D09-FBE9-294C-014E-9A808723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0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0C132-3A30-7E9C-0BBB-1CD1A789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31776A-D32D-34F5-8A99-A26F4F653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500BF3-C366-20F6-6257-8233A0794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1C119C-B590-D055-6B10-AAE861F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64F92-4550-973E-464E-89CA3E7E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8384D1-792D-8EA8-718E-F756CEE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7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6E50E-2954-B290-1563-C4936B9E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6A99E4-1414-E268-7B72-A4C89670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BB3C2-1FA4-4151-9ADB-996284F1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27C81A-BE4E-27CE-6CE4-0AE5876D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3C814-C417-2E3F-F02B-1B9ED694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1D687F-54E9-57A3-FDA2-5A8060E79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846A14-940B-8FE8-A769-3DABAE11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732A3-4427-5A76-3A9C-DBE87A4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5B672-F383-0FF5-2D72-72E1E7F0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8928A-9906-D889-A8B7-B97D729C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AC0570-6E75-D8C0-582D-3A448969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ADFDDF-DF3C-19FA-0ED8-5D640C08D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9AC677-7913-29B2-30F7-969771FA5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6836E4-21B2-245A-8933-7F64F64AC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D0B4E-8F0D-F1B8-2A71-9862FC97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7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3E08CF-A6B7-6BE9-B7B8-4498ADC66316}"/>
              </a:ext>
            </a:extLst>
          </p:cNvPr>
          <p:cNvSpPr txBox="1"/>
          <p:nvPr/>
        </p:nvSpPr>
        <p:spPr>
          <a:xfrm>
            <a:off x="202018" y="352278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주제 </a:t>
            </a:r>
            <a:r>
              <a:rPr lang="en-US" altLang="ko-KR" dirty="0"/>
              <a:t>: 1</a:t>
            </a:r>
            <a:r>
              <a:rPr lang="ko-KR" altLang="en-US" dirty="0"/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276376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991C93-DF9D-3E4E-5C97-ABAB7565CD54}"/>
              </a:ext>
            </a:extLst>
          </p:cNvPr>
          <p:cNvSpPr txBox="1"/>
          <p:nvPr/>
        </p:nvSpPr>
        <p:spPr>
          <a:xfrm>
            <a:off x="276446" y="383624"/>
            <a:ext cx="4944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목표 </a:t>
            </a:r>
            <a:r>
              <a:rPr lang="en-US" altLang="ko-KR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진행 방식 </a:t>
            </a:r>
            <a:r>
              <a:rPr lang="en-US" altLang="ko-K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3933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24C7-A429-CDA0-4EB6-16142BB0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29610" y="362359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이번 주 작업 내역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18968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</Words>
  <Application>Microsoft Office PowerPoint</Application>
  <PresentationFormat>와이드스크린</PresentationFormat>
  <Paragraphs>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김정환</dc:creator>
  <cp:lastModifiedBy>김정환</cp:lastModifiedBy>
  <cp:revision>17</cp:revision>
  <dcterms:created xsi:type="dcterms:W3CDTF">2026-07-02T09:06:49Z</dcterms:created>
  <dcterms:modified xsi:type="dcterms:W3CDTF">2026-07-02T09:08:51Z</dcterms:modified>
</cp:coreProperties>
</file>