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698430"/>
            <a:ext cx="741780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/>
              <a:t>주제 </a:t>
            </a:r>
            <a:r>
              <a:rPr lang="en-US" altLang="ko-KR" sz="2400" dirty="0"/>
              <a:t>: </a:t>
            </a:r>
            <a:r>
              <a:rPr lang="ko-KR" altLang="en-US" sz="2400" dirty="0"/>
              <a:t>캐릭터 애니메이션 </a:t>
            </a:r>
            <a:r>
              <a:rPr lang="ko-KR" altLang="en-US" sz="2400" dirty="0" err="1"/>
              <a:t>파쿠르</a:t>
            </a:r>
            <a:r>
              <a:rPr lang="ko-KR" altLang="en-US" sz="2400" dirty="0"/>
              <a:t> 시스템 </a:t>
            </a:r>
            <a:r>
              <a:rPr lang="en-US" altLang="ko-KR" sz="2400" dirty="0"/>
              <a:t>1</a:t>
            </a:r>
            <a:r>
              <a:rPr lang="ko-KR" altLang="en-US" sz="2400" dirty="0"/>
              <a:t>주차</a:t>
            </a:r>
            <a:endParaRPr lang="en-US" altLang="ko-KR" sz="2400" dirty="0"/>
          </a:p>
          <a:p>
            <a:r>
              <a:rPr lang="ko-KR" altLang="en-US" dirty="0"/>
              <a:t>발표자 </a:t>
            </a:r>
            <a:r>
              <a:rPr lang="en-US" altLang="ko-KR" dirty="0"/>
              <a:t>: </a:t>
            </a:r>
            <a:r>
              <a:rPr lang="ko-KR" altLang="en-US" dirty="0"/>
              <a:t>김정환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767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D991C93-DF9D-3E4E-5C97-ABAB7565CD54}"/>
              </a:ext>
            </a:extLst>
          </p:cNvPr>
          <p:cNvSpPr txBox="1"/>
          <p:nvPr/>
        </p:nvSpPr>
        <p:spPr>
          <a:xfrm>
            <a:off x="340241" y="362359"/>
            <a:ext cx="922906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목표 </a:t>
            </a:r>
            <a:r>
              <a:rPr lang="en-US" altLang="ko-KR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/>
              <a:t>주차별</a:t>
            </a:r>
            <a:r>
              <a:rPr lang="en-US" altLang="ko-KR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미니엔진 기반 준비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애니메이션 시스템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 err="1"/>
              <a:t>파쿠르</a:t>
            </a:r>
            <a:r>
              <a:rPr lang="ko-KR" altLang="en-US" dirty="0"/>
              <a:t> 애니메이션 적용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 err="1"/>
              <a:t>파쿠르</a:t>
            </a:r>
            <a:r>
              <a:rPr lang="ko-KR" altLang="en-US" dirty="0"/>
              <a:t> 시스템 프로토타입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미흡 사항 보완 및 디테일 보정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복잡한 지형 내 </a:t>
            </a:r>
            <a:r>
              <a:rPr lang="ko-KR" altLang="en-US" dirty="0" err="1"/>
              <a:t>파쿠르</a:t>
            </a:r>
            <a:r>
              <a:rPr lang="ko-KR" altLang="en-US" dirty="0"/>
              <a:t> 시스템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-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DE5C835-CE30-2461-B5B2-C304088E694A}"/>
              </a:ext>
            </a:extLst>
          </p:cNvPr>
          <p:cNvSpPr txBox="1"/>
          <p:nvPr/>
        </p:nvSpPr>
        <p:spPr>
          <a:xfrm>
            <a:off x="669851" y="731691"/>
            <a:ext cx="81301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미니엔진 기반 구성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3D</a:t>
            </a:r>
            <a:r>
              <a:rPr lang="ko-KR" altLang="en-US" dirty="0"/>
              <a:t> 파일 파싱 </a:t>
            </a:r>
            <a:r>
              <a:rPr lang="en-US" altLang="ko-KR" dirty="0"/>
              <a:t>(FBX SDK </a:t>
            </a:r>
            <a:r>
              <a:rPr lang="ko-KR" altLang="en-US" dirty="0"/>
              <a:t>활용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Assimp</a:t>
            </a:r>
            <a:r>
              <a:rPr lang="en-US" altLang="ko-KR" dirty="0"/>
              <a:t> </a:t>
            </a:r>
            <a:r>
              <a:rPr lang="ko-KR" altLang="en-US" dirty="0"/>
              <a:t>활용하여 </a:t>
            </a:r>
            <a:r>
              <a:rPr lang="en-US" altLang="ko-KR" dirty="0"/>
              <a:t>FBX</a:t>
            </a:r>
            <a:r>
              <a:rPr lang="ko-KR" altLang="en-US" dirty="0"/>
              <a:t>에 한정되지 않도록 수정 진행 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모델링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애니메이션 로드 및 재생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다중 애니메이션 구성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18968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75</Words>
  <Application>Microsoft Office PowerPoint</Application>
  <PresentationFormat>와이드스크린</PresentationFormat>
  <Paragraphs>19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80</cp:revision>
  <dcterms:created xsi:type="dcterms:W3CDTF">2026-07-02T09:06:49Z</dcterms:created>
  <dcterms:modified xsi:type="dcterms:W3CDTF">2026-07-02T13:36:10Z</dcterms:modified>
</cp:coreProperties>
</file>