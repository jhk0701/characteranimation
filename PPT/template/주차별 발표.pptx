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3E08CF-A6B7-6BE9-B7B8-4498ADC66316}"/>
              </a:ext>
            </a:extLst>
          </p:cNvPr>
          <p:cNvSpPr txBox="1"/>
          <p:nvPr/>
        </p:nvSpPr>
        <p:spPr>
          <a:xfrm>
            <a:off x="297711" y="331012"/>
            <a:ext cx="603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캐릭터 </a:t>
            </a:r>
            <a:r>
              <a:rPr lang="ko-KR" altLang="en-US" dirty="0" err="1"/>
              <a:t>파쿠르</a:t>
            </a:r>
            <a:r>
              <a:rPr lang="ko-KR" altLang="en-US" dirty="0"/>
              <a:t> 애니메이션 시스템 </a:t>
            </a:r>
            <a:r>
              <a:rPr lang="en-US" altLang="ko-KR" dirty="0"/>
              <a:t>(1</a:t>
            </a:r>
            <a:r>
              <a:rPr lang="ko-KR" altLang="en-US" dirty="0"/>
              <a:t>주차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76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991C93-DF9D-3E4E-5C97-ABAB7565CD54}"/>
              </a:ext>
            </a:extLst>
          </p:cNvPr>
          <p:cNvSpPr txBox="1"/>
          <p:nvPr/>
        </p:nvSpPr>
        <p:spPr>
          <a:xfrm>
            <a:off x="340241" y="362359"/>
            <a:ext cx="92290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목표 </a:t>
            </a:r>
            <a:r>
              <a:rPr lang="en-US" altLang="ko-KR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진행 계획</a:t>
            </a:r>
            <a:r>
              <a:rPr lang="en-US" altLang="ko-KR" dirty="0"/>
              <a:t> (</a:t>
            </a:r>
            <a:r>
              <a:rPr lang="ko-KR" altLang="en-US" dirty="0"/>
              <a:t>주차별</a:t>
            </a:r>
            <a:r>
              <a:rPr lang="en-US" altLang="ko-KR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미니엔진 기반 준비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애니메이션 시스템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err="1"/>
              <a:t>파쿠르</a:t>
            </a:r>
            <a:r>
              <a:rPr lang="ko-KR" altLang="en-US" dirty="0"/>
              <a:t> 애니메이션 적용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err="1"/>
              <a:t>파쿠르</a:t>
            </a:r>
            <a:r>
              <a:rPr lang="ko-KR" altLang="en-US" dirty="0"/>
              <a:t> 시스템 프로토타입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미흡 사항 보완 및 디테일 보정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복잡한 지형 내 </a:t>
            </a:r>
            <a:r>
              <a:rPr lang="ko-KR" altLang="en-US" dirty="0" err="1"/>
              <a:t>파쿠르</a:t>
            </a:r>
            <a:r>
              <a:rPr lang="ko-KR" altLang="en-US" dirty="0"/>
              <a:t> 시스템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-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29610" y="362359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5C835-CE30-2461-B5B2-C304088E694A}"/>
              </a:ext>
            </a:extLst>
          </p:cNvPr>
          <p:cNvSpPr txBox="1"/>
          <p:nvPr/>
        </p:nvSpPr>
        <p:spPr>
          <a:xfrm>
            <a:off x="669851" y="731691"/>
            <a:ext cx="107176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미니엔진 기반 구성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3D</a:t>
            </a:r>
            <a:r>
              <a:rPr lang="ko-KR" altLang="en-US" dirty="0"/>
              <a:t> 파일 파싱 </a:t>
            </a:r>
            <a:r>
              <a:rPr lang="en-US" altLang="ko-KR" dirty="0"/>
              <a:t>(FBX SDK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Assimp</a:t>
            </a:r>
            <a:r>
              <a:rPr lang="en-US" altLang="ko-KR" dirty="0"/>
              <a:t> </a:t>
            </a:r>
            <a:r>
              <a:rPr lang="ko-KR" altLang="en-US" dirty="0"/>
              <a:t>활용하여 </a:t>
            </a:r>
            <a:r>
              <a:rPr lang="en-US" altLang="ko-KR" dirty="0"/>
              <a:t>FBX</a:t>
            </a:r>
            <a:r>
              <a:rPr lang="ko-KR" altLang="en-US" dirty="0"/>
              <a:t>에 한정되지 않도록 수정 진행 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모델링 렌더링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애니메이션 로드 및 재생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다중 애니메이션 구성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896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김정환</dc:creator>
  <cp:lastModifiedBy>김정환</cp:lastModifiedBy>
  <cp:revision>71</cp:revision>
  <dcterms:created xsi:type="dcterms:W3CDTF">2026-07-02T09:06:49Z</dcterms:created>
  <dcterms:modified xsi:type="dcterms:W3CDTF">2026-07-02T09:18:54Z</dcterms:modified>
</cp:coreProperties>
</file>